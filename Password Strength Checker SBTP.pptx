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4"/>
      <p:bold r:id="rId15"/>
      <p:italic r:id="rId16"/>
      <p:boldItalic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61826D-432E-424E-990E-A19D4A1A831E}">
  <a:tblStyle styleId="{1F61826D-432E-424E-990E-A19D4A1A83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0462cdbc_1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d0462cdbc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0462cdbc_1_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d0462cdbc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0462cdbc_1_2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462cdbc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0462cdbc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ed0462cdbc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ed0462cdbc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462cdbc_1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d0462cdbc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d0462cdbc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0462cdbc_1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d0462cdbc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0462cdbc_1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d0462cdbc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7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3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5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-125"/>
            <a:ext cx="4572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91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1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7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  <p:pic>
        <p:nvPicPr>
          <p:cNvPr id="117" name="Google Shape;117;p28" title="Picture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 title="Picture1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ctrTitle"/>
          </p:nvPr>
        </p:nvSpPr>
        <p:spPr>
          <a:xfrm>
            <a:off x="311708" y="6007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GTU SBTP -2026 (Subject Code: DI05000011)</a:t>
            </a:r>
            <a:endParaRPr sz="2800"/>
          </a:p>
        </p:txBody>
      </p:sp>
      <p:sp>
        <p:nvSpPr>
          <p:cNvPr id="124" name="Google Shape;124;p29"/>
          <p:cNvSpPr txBox="1">
            <a:spLocks noGrp="1"/>
          </p:cNvSpPr>
          <p:nvPr>
            <p:ph type="subTitle" idx="1"/>
          </p:nvPr>
        </p:nvSpPr>
        <p:spPr>
          <a:xfrm>
            <a:off x="770562" y="2571750"/>
            <a:ext cx="8797406" cy="1160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Student Name : Chaudhary Hard </a:t>
            </a:r>
            <a:r>
              <a:rPr lang="en-US" sz="1400" b="1" dirty="0" err="1">
                <a:solidFill>
                  <a:srgbClr val="351C75"/>
                </a:solidFill>
              </a:rPr>
              <a:t>Dinesbhai</a:t>
            </a:r>
            <a:r>
              <a:rPr lang="en-US" sz="1400" b="1" dirty="0">
                <a:solidFill>
                  <a:srgbClr val="351C75"/>
                </a:solidFill>
              </a:rPr>
              <a:t> 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Enrollment no.: 236260316005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College Name : </a:t>
            </a:r>
            <a:r>
              <a:rPr lang="en-US" sz="1400" b="1" dirty="0" err="1">
                <a:solidFill>
                  <a:srgbClr val="351C75"/>
                </a:solidFill>
              </a:rPr>
              <a:t>Govt.Polytechnic</a:t>
            </a:r>
            <a:r>
              <a:rPr lang="en-US" sz="1400" b="1" dirty="0">
                <a:solidFill>
                  <a:srgbClr val="351C75"/>
                </a:solidFill>
              </a:rPr>
              <a:t> </a:t>
            </a:r>
            <a:r>
              <a:rPr lang="en-US" sz="1400" b="1" dirty="0" err="1">
                <a:solidFill>
                  <a:srgbClr val="351C75"/>
                </a:solidFill>
              </a:rPr>
              <a:t>palanpur</a:t>
            </a:r>
            <a:endParaRPr lang="en-US" sz="1400" b="1" dirty="0">
              <a:solidFill>
                <a:srgbClr val="351C75"/>
              </a:solidFill>
            </a:endParaRP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Branch and Year : IT &amp; 3rd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Branch code: 16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Gender : Male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Registered Mail ID : hardchadhary94@gmail.com</a:t>
            </a:r>
          </a:p>
          <a:p>
            <a:pPr marL="0" lvl="0" indent="0" algn="l">
              <a:lnSpc>
                <a:spcPct val="115000"/>
              </a:lnSpc>
              <a:buSzPts val="275"/>
            </a:pPr>
            <a:r>
              <a:rPr lang="en-US" sz="1400" b="1" dirty="0">
                <a:solidFill>
                  <a:srgbClr val="351C75"/>
                </a:solidFill>
              </a:rPr>
              <a:t>Contact No. 9316082162</a:t>
            </a:r>
          </a:p>
        </p:txBody>
      </p:sp>
      <p:pic>
        <p:nvPicPr>
          <p:cNvPr id="125" name="Google Shape;12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4418" y="150655"/>
            <a:ext cx="1936072" cy="64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BharatCares_Original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630210" y="1246904"/>
            <a:ext cx="8179449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What did you learned in this Program?</a:t>
            </a:r>
            <a:endParaRPr sz="2500" b="1" dirty="0"/>
          </a:p>
        </p:txBody>
      </p:sp>
      <p:sp>
        <p:nvSpPr>
          <p:cNvPr id="132" name="TextBox 131"/>
          <p:cNvSpPr txBox="1"/>
          <p:nvPr/>
        </p:nvSpPr>
        <p:spPr>
          <a:xfrm>
            <a:off x="630210" y="1839045"/>
            <a:ext cx="62123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• Learned Python programming fundamentals</a:t>
            </a:r>
          </a:p>
          <a:p>
            <a:r>
              <a:rPr sz="1800" dirty="0"/>
              <a:t>• Learned Regular Expressions (Regex)</a:t>
            </a:r>
          </a:p>
          <a:p>
            <a:r>
              <a:rPr sz="1800" dirty="0"/>
              <a:t>• Understood password security concepts</a:t>
            </a:r>
          </a:p>
          <a:p>
            <a:r>
              <a:rPr sz="1800" dirty="0"/>
              <a:t>• Learned GitHub project hosting</a:t>
            </a:r>
          </a:p>
          <a:p>
            <a:r>
              <a:rPr sz="1800" dirty="0"/>
              <a:t>• Improved problem solving and coding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576900" y="1285411"/>
            <a:ext cx="79902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IBM Plex Sans"/>
                <a:ea typeface="IBM Plex Sans"/>
                <a:cs typeface="IBM Plex Sans"/>
                <a:sym typeface="IBM Plex Sans"/>
              </a:rPr>
              <a:t> Project Purpose (Why do you made this project?)</a:t>
            </a:r>
            <a:endParaRPr sz="25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76899" y="1833086"/>
            <a:ext cx="7724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The purpose of this project is to evaluate the strength of a password and help users create secure passwords. Weak passwords can be easily guessed or cracked, so this project improves cybersecurity awareness.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/>
        </p:nvSpPr>
        <p:spPr>
          <a:xfrm>
            <a:off x="646054" y="1109596"/>
            <a:ext cx="82431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IBM Plex Sans"/>
                <a:ea typeface="IBM Plex Sans"/>
                <a:cs typeface="IBM Plex Sans"/>
                <a:sym typeface="IBM Plex Sans"/>
              </a:rPr>
              <a:t>Project Objectives (What do you made in this project)</a:t>
            </a:r>
            <a:endParaRPr sz="25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646054" y="1910966"/>
            <a:ext cx="5856090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/>
              <a:t>• Check password length</a:t>
            </a:r>
          </a:p>
          <a:p>
            <a:r>
              <a:rPr sz="2000" dirty="0"/>
              <a:t>• Detect uppercase and lowercase letters</a:t>
            </a:r>
          </a:p>
          <a:p>
            <a:r>
              <a:rPr sz="2000" dirty="0"/>
              <a:t>• Detect numbers and special characters</a:t>
            </a:r>
          </a:p>
          <a:p>
            <a:r>
              <a:rPr sz="2000" dirty="0"/>
              <a:t>• Classify passwords as Weak, Medium, or Strong</a:t>
            </a:r>
          </a:p>
          <a:p>
            <a:r>
              <a:rPr sz="2000" dirty="0"/>
              <a:t>• Improve user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/>
        </p:nvSpPr>
        <p:spPr>
          <a:xfrm>
            <a:off x="502214" y="1003741"/>
            <a:ext cx="80154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IBM Plex Sans"/>
                <a:ea typeface="IBM Plex Sans"/>
                <a:cs typeface="IBM Plex Sans"/>
                <a:sym typeface="IBM Plex Sans"/>
              </a:rPr>
              <a:t>Structure of Your project (What are the steps you follows?)</a:t>
            </a:r>
            <a:endParaRPr sz="25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818499" y="1962337"/>
            <a:ext cx="441499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/>
              <a:t>1. User enters password</a:t>
            </a:r>
          </a:p>
          <a:p>
            <a:r>
              <a:rPr sz="2000" dirty="0"/>
              <a:t>2. System analyzes password</a:t>
            </a:r>
          </a:p>
          <a:p>
            <a:r>
              <a:rPr sz="2000" dirty="0"/>
              <a:t>3. Checks security rules</a:t>
            </a:r>
          </a:p>
          <a:p>
            <a:r>
              <a:rPr sz="2000" dirty="0"/>
              <a:t>4. Calculates score</a:t>
            </a:r>
          </a:p>
          <a:p>
            <a:r>
              <a:rPr sz="2000" dirty="0"/>
              <a:t>5. Displays password strength result</a:t>
            </a:r>
          </a:p>
          <a:p>
            <a:r>
              <a:rPr sz="2000" dirty="0"/>
              <a:t>6. User improves password 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/>
        </p:nvSpPr>
        <p:spPr>
          <a:xfrm>
            <a:off x="564300" y="1518385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  Git Hub Link for Project</a:t>
            </a:r>
            <a:endParaRPr sz="25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34"/>
          <p:cNvSpPr txBox="1"/>
          <p:nvPr/>
        </p:nvSpPr>
        <p:spPr>
          <a:xfrm>
            <a:off x="698182" y="2137679"/>
            <a:ext cx="774763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https://github.com/hardchaudhary/Password-Strength-Checker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564289" y="11432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Advantages and Limitations of Your Project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8" name="Google Shape;158;p35"/>
          <p:cNvGraphicFramePr/>
          <p:nvPr>
            <p:extLst>
              <p:ext uri="{D42A27DB-BD31-4B8C-83A1-F6EECF244321}">
                <p14:modId xmlns:p14="http://schemas.microsoft.com/office/powerpoint/2010/main" val="3251983303"/>
              </p:ext>
            </p:extLst>
          </p:nvPr>
        </p:nvGraphicFramePr>
        <p:xfrm>
          <a:off x="564289" y="1809749"/>
          <a:ext cx="8403610" cy="2869718"/>
        </p:xfrm>
        <a:graphic>
          <a:graphicData uri="http://schemas.openxmlformats.org/drawingml/2006/table">
            <a:tbl>
              <a:tblPr>
                <a:noFill/>
                <a:tableStyleId>{1F61826D-432E-424E-990E-A19D4A1A831E}</a:tableStyleId>
              </a:tblPr>
              <a:tblGrid>
                <a:gridCol w="4201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1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2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ADVANTAGES 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LIMITATIONS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• Easy to use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• Does not check leaked passwords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• Improves password security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• Basic rule-based checking only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• Fast analysis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• No online database integration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738949" y="1142274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Challenges you faced (What difficulties you face?)</a:t>
            </a:r>
            <a:endParaRPr sz="25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738949" y="1787675"/>
            <a:ext cx="49529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• Understanding Regex patterns</a:t>
            </a:r>
          </a:p>
          <a:p>
            <a:r>
              <a:rPr sz="1800" dirty="0"/>
              <a:t>• Designing password evaluation logic</a:t>
            </a:r>
          </a:p>
          <a:p>
            <a:r>
              <a:rPr sz="1800" dirty="0"/>
              <a:t>• Testing different password combinations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/>
        </p:nvSpPr>
        <p:spPr>
          <a:xfrm>
            <a:off x="715758" y="1340297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Conclusion</a:t>
            </a:r>
            <a:endParaRPr sz="2500" b="1" dirty="0"/>
          </a:p>
        </p:txBody>
      </p:sp>
      <p:sp>
        <p:nvSpPr>
          <p:cNvPr id="169" name="TextBox 168"/>
          <p:cNvSpPr txBox="1"/>
          <p:nvPr/>
        </p:nvSpPr>
        <p:spPr>
          <a:xfrm>
            <a:off x="696926" y="2110085"/>
            <a:ext cx="8015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/>
              <a:t>The Password Strength Checker project successfully analyzes </a:t>
            </a:r>
            <a:r>
              <a:rPr lang="en-US" sz="1800" dirty="0"/>
              <a:t>               </a:t>
            </a:r>
            <a:r>
              <a:rPr sz="1800" dirty="0"/>
              <a:t>passwords and classifies them according to security </a:t>
            </a:r>
            <a:r>
              <a:rPr sz="1800" dirty="0" err="1"/>
              <a:t>standards.It</a:t>
            </a:r>
            <a:r>
              <a:rPr sz="1800" dirty="0"/>
              <a:t> helps users create stronger passwords and increases cybersecurity awareness.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/>
        </p:nvSpPr>
        <p:spPr>
          <a:xfrm>
            <a:off x="2863892" y="2041394"/>
            <a:ext cx="6721898" cy="76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Arial"/>
                <a:ea typeface="Arial"/>
                <a:cs typeface="Arial"/>
                <a:sym typeface="Arial"/>
              </a:rPr>
              <a:t>Thank You </a:t>
            </a:r>
            <a:endParaRPr sz="4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328</Words>
  <Application>Microsoft Office PowerPoint</Application>
  <PresentationFormat>On-screen Show (16:9)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Tahoma</vt:lpstr>
      <vt:lpstr>IBM Plex Sans</vt:lpstr>
      <vt:lpstr>Arial</vt:lpstr>
      <vt:lpstr>Simple Light</vt:lpstr>
      <vt:lpstr>Simple Light</vt:lpstr>
      <vt:lpstr>Project Title GTU SBTP -2026 (Subject Code: DI05000011)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HARD CHAUDHARY</cp:lastModifiedBy>
  <cp:revision>3</cp:revision>
  <dcterms:modified xsi:type="dcterms:W3CDTF">2026-06-24T05:20:05Z</dcterms:modified>
</cp:coreProperties>
</file>